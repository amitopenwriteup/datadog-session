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1148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Guide to Observability, Unified Agents &amp; the Hub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338328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6B21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Platform Overview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63240" y="338328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Observability Hub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15000" y="338328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Unified Agent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3611880"/>
            <a:ext cx="265176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611880" y="3611880"/>
            <a:ext cx="265176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1148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Datadog journey →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Datadog?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is a cloud monitoring &amp; analytics platform that brings ALL your data together in ONE place.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51760" cy="2011680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74520"/>
            <a:ext cx="2651760" cy="10972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57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Servers, containers, VMs, cloud services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874520"/>
            <a:ext cx="2651760" cy="2011680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874520"/>
            <a:ext cx="265176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057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291840" y="26060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performance, errors, latency, traces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874520"/>
            <a:ext cx="2651760" cy="2011680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874520"/>
            <a:ext cx="265176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057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Events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126480" y="26060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logging from every system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Datadog as the single pane of glass for your entire tech stack.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1280160"/>
            <a:ext cx="1920240" cy="13716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28016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Systems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(Apps, Servers, Cloud)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94560" y="1965960"/>
            <a:ext cx="457200" cy="0"/>
          </a:xfrm>
          <a:prstGeom prst="line">
            <a:avLst/>
          </a:prstGeom>
          <a:noFill/>
          <a:ln w="25400">
            <a:solidFill>
              <a:srgbClr val="6B21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48840" y="1783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21A8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377440" y="1280160"/>
            <a:ext cx="1920240" cy="13716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28016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457200" cy="0"/>
          </a:xfrm>
          <a:prstGeom prst="line">
            <a:avLst/>
          </a:prstGeom>
          <a:noFill/>
          <a:ln w="25400">
            <a:solidFill>
              <a:srgbClr val="6B21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783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21A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80560" y="1280160"/>
            <a:ext cx="1920240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28016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1965960"/>
            <a:ext cx="457200" cy="0"/>
          </a:xfrm>
          <a:prstGeom prst="line">
            <a:avLst/>
          </a:prstGeom>
          <a:noFill/>
          <a:ln w="25400">
            <a:solidFill>
              <a:srgbClr val="6B21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783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21A8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83680" y="1280160"/>
            <a:ext cx="192024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28016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Alerts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Platform Modules: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73152" cy="256032"/>
          </a:xfrm>
          <a:prstGeom prst="rect">
            <a:avLst/>
          </a:prstGeom>
          <a:solidFill>
            <a:srgbClr val="6B21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101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Monitoring  —  Track health of all servers and cloud resources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7315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03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(Application Performance)  —  Trace requests end-to-end through your code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123944"/>
            <a:ext cx="73152" cy="256032"/>
          </a:xfrm>
          <a:prstGeom prst="rect">
            <a:avLst/>
          </a:prstGeom>
          <a:solidFill>
            <a:srgbClr val="6B21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965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Management  —  Search and analyze logs from all sources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517136"/>
            <a:ext cx="7315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8970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Synthetics &amp; RUM  —  Simulate user actions and monitor real user experience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Hub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Observability Hub is your unified view to understand system health through three pillars: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6B21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00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over time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(CPU %, response ms, request count)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6517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600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2148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91840" y="26517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 request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it moves through services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6517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600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2148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26480" y="26517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records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what happened &amp; when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breaks, the Hub correlates Metrics + Traces + Logs so you find the root cause FAST.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Agent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2926080"/>
          </a:xfrm>
          <a:prstGeom prst="rect">
            <a:avLst/>
          </a:prstGeom>
          <a:solidFill>
            <a:srgbClr val="F0F2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Unified Agent?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lightweight program you install on every server or container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00253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metrics, logs, traces &amp; more — all in one agent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4963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for separate tools for each data type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99008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everything securely to Datadog cloud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960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594360" cy="38404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46304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14813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 —  Run one command on your server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057400"/>
            <a:ext cx="594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05740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20756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 —  Tell the agent what to monitor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651760"/>
            <a:ext cx="594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65176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9240" y="26700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 —  Agent gathers metrics, logs &amp; traces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3246120"/>
            <a:ext cx="594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24612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32644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 —  Data sent to Datadog automatically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690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DD_API_KEY=&lt;your_key&gt;  bash -c "$(curl -L https://s3.amazonaws.com/dd-agent/scripts/install_script.sh)"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 Start!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what you've learned: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6B21A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2651760" cy="50292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4173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= one platform for all monitoring needs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517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17320"/>
            <a:ext cx="265176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94760" y="14173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Hub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96596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 Traces + Logs = full system visibility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6517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417320"/>
            <a:ext cx="26517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29400" y="14173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Agent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96596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to collect all data from your systems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Steps: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292608" cy="29260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94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at datadoghq.com for a 14-day free trial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0" y="3794760"/>
            <a:ext cx="292608" cy="29260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3794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8036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Unified Agent on one server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794760"/>
            <a:ext cx="292608" cy="29260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794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Observability Hub dashboard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66560" y="3794760"/>
            <a:ext cx="292608" cy="29260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3794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86600" y="3749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your first alert or monitor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datadoghq.com  |  docs.datadoghq.com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Datadog Platform Overview</dc:title>
  <dc:subject>PptxGenJS Presentation</dc:subject>
  <dc:creator>PptxGenJS</dc:creator>
  <cp:lastModifiedBy>PptxGenJS</cp:lastModifiedBy>
  <cp:revision>1</cp:revision>
  <dcterms:created xsi:type="dcterms:W3CDTF">2026-05-12T05:03:52Z</dcterms:created>
  <dcterms:modified xsi:type="dcterms:W3CDTF">2026-05-12T05:03:52Z</dcterms:modified>
</cp:coreProperties>
</file>